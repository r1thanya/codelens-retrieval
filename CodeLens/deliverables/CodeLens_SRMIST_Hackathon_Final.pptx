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/>
          </a:p>
        </p:txBody>
      </p:sp>
      <p:sp>
        <p:nvSpPr>
          <p:cNvPr id="160" name="Google Shape;16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D9D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CodeLens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Code Retrieval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b="0" i="0" lang="en-US" sz="20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3310128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Theme 1 - Agentic Code Intelligence</a:t>
            </a:r>
            <a:endParaRPr/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Project: CodeLens | Rithanya M - Rithika R</a:t>
            </a:r>
            <a:endParaRPr/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SRMIST KTR | B.Tech CSE (CTech), 3rd year</a:t>
            </a:r>
            <a:endParaRPr/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github.com/R1thanya/codelens-retrieval</a:t>
            </a:r>
            <a:endParaRPr/>
          </a:p>
        </p:txBody>
      </p:sp>
      <p:pic>
        <p:nvPicPr>
          <p:cNvPr descr="hero_network.png" id="96" name="Google Shape;9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Theme | Agentic Code Intelligence</a:t>
            </a:r>
            <a:endParaRPr/>
          </a:p>
        </p:txBody>
      </p:sp>
      <p:sp>
        <p:nvSpPr>
          <p:cNvPr id="102" name="Google Shape;102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Natural-language code retrieval ranks code blocks by relevance to a question.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At repository scale, locating the right function is the bottleneck; sending the full corpus to an LLM is too slow and too large.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Scope: retrieval only. CodeLens returns ranked snippets and locations, not generated explanations.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Example query: Which function trims the raw input string?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Existing retrieval approaches and gaps</a:t>
            </a:r>
            <a:endParaRPr/>
          </a:p>
        </p:txBody>
      </p:sp>
      <p:sp>
        <p:nvSpPr>
          <p:cNvPr id="108" name="Google Shape;108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Pure lexical retrieval misses paraphrases and behavior described with vocabulary absent from code.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Dense semantic retrieval handles paraphrases but can miss exact symbols and identifiers.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Whole-file matching dilutes function-level evidence; fixed chunks can cut through useful context.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Changing code needs revision-specific indexes without wasting time re-embedding unchanged blocks.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title"/>
          </p:nvPr>
        </p:nvSpPr>
        <p:spPr>
          <a:xfrm>
            <a:off x="909917" y="2665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CodeLens retrieval workflow</a:t>
            </a:r>
            <a:endParaRPr/>
          </a:p>
        </p:txBody>
      </p:sp>
      <p:sp>
        <p:nvSpPr>
          <p:cNvPr id="114" name="Google Shape;114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Index: Git revision/folder -&gt; AST/definition chunks -&gt; CPU MiniLM vectors + BM25 terms -&gt; SQLite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Search: query -&gt; dense cosine + BM25 ranks -&gt; equal-weight reciprocal-rank fusion -&gt; source blocks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Revision snapshots replace transactionally; content-keyed cache reuses unchanged chunk vectors.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Demo flow</a:t>
            </a:r>
            <a:endParaRPr/>
          </a:p>
        </p:txBody>
      </p:sp>
      <p:sp>
        <p:nvSpPr>
          <p:cNvPr id="120" name="Google Shape;120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Ask: "Return the longest substring without repeats."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Try: "Merge all overlapping intervals."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Inspect ranked code, file paths and line ranges.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The UI shows warm search time and versions searched.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Select All versions on the auth fixture and expand parser history.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Tools and models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26" name="Google Shape;126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Encoder: sentence-transformers/all-MiniLM-L6-v2; CPU inference; downloaded and cached on first index.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Hybrid: BM25 lexical ranking + dense cosine ranking, combined with equal-weight RRF.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Chunking: Python AST spans, nested definitions and decorators; long chunks overlap.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Storage: revision-keyed SQLite plus content/model-keyed embedding cache; standard-library web UI.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No query-specific trigger rules, GPU dependency, credentials or answer generation.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Use cases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2" name="Google Shape;132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Find input cleanup, authorization checks, error paths, cache invalidation and call chains without reading every file.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Reviewers can inspect exact matching blocks and source locations rather than generated summaries.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Version-pinned search supports commit review and regression investigation.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Expected use: developer navigation in a changing codebase. Productivity impact remains to be measured.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Benchmark status and limitations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38" name="Google Shape;138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AppsRetrieval test (MTEB 2.21.8) | NDCG@10 / MRR@10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BM25 .02090/.01697 | MiniLM dense .06596/.05581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Tuned hybrid .08903/.07496 | +.00853 NDCG vs dense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128-token code/query windows; 24-token overlap on code windows.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Test run encoded 10,622 code windows and 10,961 query windows.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pytest repo: 7,830 blocks; warm p50/p95 145/366ms; re-indexed changed commit in 1.49s.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Evaluation and remaining work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44" name="Google Shape;144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Fusion tuning used 500 held-out train queries and a 1,500-document sample; test stayed held out.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Train selected min-max fusion, 25% BM25 / 75% semantic; full test confirmed .08903/.07496.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pytest, 7,830 blocks: warm p50/p95 145/366ms; changed Python commit indexed in 1.49s.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Differentiation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50" name="Google Shape;150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Retrieval results include source paths and line ranges for inspection.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Revision-specific indexes reuse vectors for unchanged code blocks.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The auth fixture indexes two revisions; the changed authorize function ranks in each.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All-version search merges exact duplicate blocks and shows revision history.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Near-duplicate changed functions are not grouped into lineages.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Submission checklist</a:t>
            </a:r>
            <a:endParaRPr/>
          </a:p>
        </p:txBody>
      </p:sp>
      <p:sp>
        <p:nvSpPr>
          <p:cNvPr id="156" name="Google Shape;156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P0: hybrid .08903/.07496 NDCG@10/MRR@10; dense .08050/.06768.</a:t>
            </a:r>
            <a:endParaRPr sz="2800"/>
          </a:p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BM25 content words and repeated query terms improved the lexical control.</a:t>
            </a:r>
            <a:endParaRPr sz="2800"/>
          </a:p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P1: two auth snapshots searchable together; unchanged parser vector reused.</a:t>
            </a:r>
            <a:endParaRPr sz="2800"/>
          </a:p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pytest: 3 changed paths, 2 Python files read; all cached vectors reused for that commit.</a:t>
            </a:r>
            <a:endParaRPr sz="2800"/>
          </a:p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Limits: near-duplicate lineage and code-tuned encoder remain unimplemented.</a:t>
            </a:r>
            <a:endParaRPr sz="2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2026-09-07T12:01:01Z</dcterms:created>
  <dc:creator>Binny Lakra/PRISM /SRI-Bangalore/Professional/Samsung Electronics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